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Communication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Connecting the World Through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technology refers to the tools, systems, and devices that enable the transmission of information between people, organizations, and machines.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Early methods: smoke signals, letters, telegraphs</a:t>
            </a:r>
          </a:p>
          <a:p>
            <a:r>
              <a:t>- Telephone, radio, television</a:t>
            </a:r>
          </a:p>
          <a:p>
            <a:r>
              <a:t>- Internet and mobile phones</a:t>
            </a:r>
          </a:p>
          <a:p>
            <a:r>
              <a:t>- Social media and instant messaging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Communication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Smartphones and 5G networks</a:t>
            </a:r>
          </a:p>
          <a:p>
            <a:r>
              <a:t>- Social media platforms</a:t>
            </a:r>
          </a:p>
          <a:p>
            <a:r>
              <a:t>- Video conferencing (Zoom, Teams)</a:t>
            </a:r>
          </a:p>
          <a:p>
            <a:r>
              <a:t>- Cloud communication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Communication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Faster global connections</a:t>
            </a:r>
          </a:p>
          <a:p>
            <a:r>
              <a:t>- Access to real-time information</a:t>
            </a:r>
          </a:p>
          <a:p>
            <a:r>
              <a:t>- Supports remote work and online education</a:t>
            </a:r>
          </a:p>
          <a:p>
            <a:r>
              <a:t>- Strengthens social and professional networks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Information overload and misinformation</a:t>
            </a:r>
          </a:p>
          <a:p>
            <a:r>
              <a:t>- Privacy and cybersecurity risks</a:t>
            </a:r>
          </a:p>
          <a:p>
            <a:r>
              <a:t>- Digital divide (limited access in some areas)</a:t>
            </a:r>
          </a:p>
          <a:p>
            <a:r>
              <a:t>- Over-reliance on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Artificial Intelligence in communication (chatbots, translators)</a:t>
            </a:r>
          </a:p>
          <a:p>
            <a:r>
              <a:t>- Virtual and Augmented Reality meetings</a:t>
            </a:r>
          </a:p>
          <a:p>
            <a:r>
              <a:t>- Internet of Things integration</a:t>
            </a:r>
          </a:p>
          <a:p>
            <a:r>
              <a:t>- Satellite internet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technology has transformed how we live, work, and connect. Balancing its benefits with challenges is essential as we move into a more connected future.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 or discussions?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