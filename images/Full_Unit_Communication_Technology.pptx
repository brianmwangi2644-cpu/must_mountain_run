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Communication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Complete Overview of the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Technology refers to the systems, devices, and tools that enable the exchange of information across distances, making human interaction faster, easier, and more 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Ancient communication: smoke signals, drums, messengers</a:t>
            </a:r>
          </a:p>
          <a:p>
            <a:r>
              <a:t>- Written communication: letters, printing press</a:t>
            </a:r>
          </a:p>
          <a:p>
            <a:r>
              <a:t>- Telegraph and telephone</a:t>
            </a:r>
          </a:p>
          <a:p>
            <a:r>
              <a:t>- Radio and television</a:t>
            </a:r>
          </a:p>
          <a:p>
            <a:r>
              <a:t>- Internet and mobile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Communication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Letters and postal services</a:t>
            </a:r>
          </a:p>
          <a:p>
            <a:r>
              <a:t>- Telegraph</a:t>
            </a:r>
          </a:p>
          <a:p>
            <a:r>
              <a:t>- Radio broadcasting</a:t>
            </a:r>
          </a:p>
          <a:p>
            <a:r>
              <a:t>- Television</a:t>
            </a:r>
          </a:p>
          <a:p>
            <a:r>
              <a:t>These were the foundations of global communication before the digital 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Communication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Mobile phones and smartphones</a:t>
            </a:r>
          </a:p>
          <a:p>
            <a:r>
              <a:t>- Social media platforms</a:t>
            </a:r>
          </a:p>
          <a:p>
            <a:r>
              <a:t>- Email and instant messaging</a:t>
            </a:r>
          </a:p>
          <a:p>
            <a:r>
              <a:t>- Video conferencing tools (Zoom, Teams, Meet)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Communication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 communication (Google Workspace, Slack)</a:t>
            </a:r>
          </a:p>
          <a:p>
            <a:r>
              <a:t>- Internet of Things (IoT)</a:t>
            </a:r>
          </a:p>
          <a:p>
            <a:r>
              <a:t>- 5G and future networks</a:t>
            </a:r>
          </a:p>
          <a:p>
            <a:r>
              <a:t>- Unified communication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Communication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global connections</a:t>
            </a:r>
          </a:p>
          <a:p>
            <a:r>
              <a:t>- Access to real-time information</a:t>
            </a:r>
          </a:p>
          <a:p>
            <a:r>
              <a:t>- Enables remote work and online learning</a:t>
            </a:r>
          </a:p>
          <a:p>
            <a:r>
              <a:t>- Connects people socially and professionally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Information overload and misinformation</a:t>
            </a:r>
          </a:p>
          <a:p>
            <a:r>
              <a:t>- Cybersecurity and privacy risks</a:t>
            </a:r>
          </a:p>
          <a:p>
            <a:r>
              <a:t>- Digital divide (unequal access)</a:t>
            </a:r>
          </a:p>
          <a:p>
            <a:r>
              <a:t>- Over-dependence on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Social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Impacts on human relationships</a:t>
            </a:r>
          </a:p>
          <a:p>
            <a:r>
              <a:t>- Online bullying and harassment</a:t>
            </a:r>
          </a:p>
          <a:p>
            <a:r>
              <a:t>- Responsible digital citizenship</a:t>
            </a:r>
          </a:p>
          <a:p>
            <a:r>
              <a:t>- Data privacy and ethical AI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Artificial Intelligence (chatbots, translators)</a:t>
            </a:r>
          </a:p>
          <a:p>
            <a:r>
              <a:t>- Virtual and Augmented Reality meetings</a:t>
            </a:r>
          </a:p>
          <a:p>
            <a:r>
              <a:t>- Satellite internet (e.g., Starlink)</a:t>
            </a:r>
          </a:p>
          <a:p>
            <a:r>
              <a:t>- Smarter, more immersive communication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Online education platforms (Coursera, Khan Academy)</a:t>
            </a:r>
          </a:p>
          <a:p>
            <a:r>
              <a:t>- Remote work solutions during COVID-19</a:t>
            </a:r>
          </a:p>
          <a:p>
            <a:r>
              <a:t>- Global connectivity through social media</a:t>
            </a:r>
          </a:p>
          <a:p>
            <a:r>
              <a:t>- Telemedicine and remote 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Technology has evolved from simple signals to complex digital systems. It connects people globally, offers vast benefits, but also presents challenges requiring responsible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>
            <a:r>
              <a:t>Any questions or discussions?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