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 Skills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to Communicate Effectively and Confidently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skills are the abilities that help you deliver information clearly, confidently, and engagingly to an audience.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Planning: Purpose, audience, and structure</a:t>
            </a:r>
          </a:p>
          <a:p>
            <a:r>
              <a:t>- Content: Organized introduction, body, conclusion</a:t>
            </a:r>
          </a:p>
          <a:p>
            <a:r>
              <a:t>- Delivery: Voice, tone, pace</a:t>
            </a:r>
          </a:p>
          <a:p>
            <a:r>
              <a:t>- Visual Aids: Slides, images, charts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Verbal Communication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Speak clearly and at a moderate pace</a:t>
            </a:r>
          </a:p>
          <a:p>
            <a:r>
              <a:t>- Avoid filler words (um, uh)</a:t>
            </a:r>
          </a:p>
          <a:p>
            <a:r>
              <a:t>- Use simple, precise language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Non-Verbal Communication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Confident posture</a:t>
            </a:r>
          </a:p>
          <a:p>
            <a:r>
              <a:t>- Hand gestures to emphasize points</a:t>
            </a:r>
          </a:p>
          <a:p>
            <a:r>
              <a:t>- Eye contact with the audience</a:t>
            </a:r>
          </a:p>
          <a:p>
            <a:r>
              <a:t>- Facial expressions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Effective Use of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Keep slides simple and clear</a:t>
            </a:r>
          </a:p>
          <a:p>
            <a:r>
              <a:t>- Use readable fonts</a:t>
            </a:r>
          </a:p>
          <a:p>
            <a:r>
              <a:t>- Limit text: one idea per slide</a:t>
            </a:r>
          </a:p>
          <a:p>
            <a:r>
              <a:t>- Use high-contrast colors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Nerves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Practice regularly</a:t>
            </a:r>
          </a:p>
          <a:p>
            <a:r>
              <a:t>- Know your material well</a:t>
            </a:r>
          </a:p>
          <a:p>
            <a:r>
              <a:t>- Breathe deeply and stay calm</a:t>
            </a:r>
          </a:p>
          <a:p>
            <a:r>
              <a:t>- Focus on the message, not fear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Tips for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Start strong: story, question, or quote</a:t>
            </a:r>
          </a:p>
          <a:p>
            <a:r>
              <a:t>- Engage the audience</a:t>
            </a:r>
          </a:p>
          <a:p>
            <a:r>
              <a:t>- Summarize key points</a:t>
            </a:r>
          </a:p>
          <a:p>
            <a:r>
              <a:t>- Leave time for Q&amp;A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Presentation skills are essential for success. With planning, clear delivery, and confidence, anyone can become an effective presenter.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Thank you for listening!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